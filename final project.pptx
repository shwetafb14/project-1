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9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9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2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0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1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3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8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0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9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8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08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2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09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19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77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1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5F514D-9196-45B6-B135-827F97B9787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8F4873-14BC-4A33-903D-E023C8D4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9390-4A5A-75BB-4F6A-E57DB0DE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7769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6711-EF03-DDEB-5FD7-D148B4F6E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102" y="487908"/>
            <a:ext cx="9144000" cy="1218062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NEXT HIKE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A58A0-84EC-B521-4880-678E4CE6B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0102" y="2364475"/>
            <a:ext cx="9144000" cy="3005919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3200" i="1" dirty="0"/>
              <a:t>Bike Rental data analysis</a:t>
            </a:r>
          </a:p>
          <a:p>
            <a:r>
              <a:rPr lang="en-US" sz="2400" i="1" dirty="0"/>
              <a:t>Understanding the effect of weather and time on bike usage</a:t>
            </a:r>
            <a:br>
              <a:rPr lang="en-US" sz="2400" dirty="0"/>
            </a:br>
            <a:endParaRPr lang="en-US" sz="2400" dirty="0"/>
          </a:p>
          <a:p>
            <a:endParaRPr lang="en-US" i="1" dirty="0"/>
          </a:p>
          <a:p>
            <a:r>
              <a:rPr lang="en-US" sz="3200" i="1" dirty="0"/>
              <a:t>By- Shweta Singh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32064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1C68-EDF1-BF77-BEC0-704E0CE4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98084-B45E-EC47-88B3-377AC813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Goal: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analyze how factors like  weather  and time affect bike rentals.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find trends that can help improve bike-sharing operations and marketing.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0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2A4A-55A0-A27E-B701-30B294F5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BC18-456A-0245-CFEC-59232EAEF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140" y="2242782"/>
            <a:ext cx="10018713" cy="2235960"/>
          </a:xfrm>
        </p:spPr>
        <p:txBody>
          <a:bodyPr>
            <a:normAutofit fontScale="47500" lnSpcReduction="20000"/>
          </a:bodyPr>
          <a:lstStyle/>
          <a:p>
            <a:r>
              <a:rPr lang="en-US" sz="3800" dirty="0"/>
              <a:t>Removed missing values and duplicates</a:t>
            </a:r>
          </a:p>
          <a:p>
            <a:r>
              <a:rPr lang="en-US" sz="3800" dirty="0"/>
              <a:t>I have removed it using </a:t>
            </a:r>
            <a:r>
              <a:rPr lang="en-US" sz="3800" b="1" dirty="0"/>
              <a:t>Data</a:t>
            </a:r>
            <a:r>
              <a:rPr lang="en-US" sz="3800" dirty="0"/>
              <a:t> tab → click </a:t>
            </a:r>
            <a:r>
              <a:rPr lang="en-US" sz="3800" b="1" dirty="0"/>
              <a:t>Filter</a:t>
            </a:r>
            <a:r>
              <a:rPr lang="en-US" sz="3800" dirty="0"/>
              <a:t>. Then I have unchecked everything and selected only blank option. Missing values were only in </a:t>
            </a:r>
            <a:r>
              <a:rPr lang="en-US" sz="3800" dirty="0" err="1"/>
              <a:t>atemp</a:t>
            </a:r>
            <a:r>
              <a:rPr lang="en-US" sz="3800" dirty="0"/>
              <a:t> column in dataset 2.</a:t>
            </a:r>
          </a:p>
          <a:p>
            <a:r>
              <a:rPr lang="en-US" sz="3800" dirty="0"/>
              <a:t>Then I have removed Filter. </a:t>
            </a:r>
          </a:p>
          <a:p>
            <a:r>
              <a:rPr lang="en-US" sz="3800" dirty="0"/>
              <a:t>Merged datasets on common key like date, hour</a:t>
            </a:r>
          </a:p>
          <a:p>
            <a:pPr marL="0" indent="0">
              <a:buNone/>
            </a:pPr>
            <a:r>
              <a:rPr lang="en-US" sz="38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6E64D6CD-3CA2-1D69-B890-61B956BC4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438" y="4283125"/>
            <a:ext cx="4033586" cy="198895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B27BBC-A28F-AC5D-2FAA-F5F559185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984" y="3971661"/>
            <a:ext cx="4033586" cy="28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4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70ED-A613-7CC8-DB39-824DBE80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new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622C-52DD-B37F-C835-3CD9DDE1E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Added new column – Hour group, Weather type</a:t>
            </a:r>
          </a:p>
          <a:p>
            <a:r>
              <a:rPr lang="en-US" dirty="0"/>
              <a:t>Hour group are categorized on the basis of </a:t>
            </a:r>
            <a:r>
              <a:rPr lang="en-US" dirty="0" err="1"/>
              <a:t>hr</a:t>
            </a:r>
            <a:r>
              <a:rPr lang="en-US" dirty="0"/>
              <a:t> column – 0-5 (	Night) , 6-11(morning) , 12-17 (afternoon) , 18-23 (evening). </a:t>
            </a:r>
          </a:p>
          <a:p>
            <a:r>
              <a:rPr lang="en-US" dirty="0"/>
              <a:t>Formula = My hour column is in B=IF(B28="","",</a:t>
            </a:r>
          </a:p>
          <a:p>
            <a:pPr marL="0" indent="0">
              <a:buNone/>
            </a:pPr>
            <a:r>
              <a:rPr lang="en-US" dirty="0"/>
              <a:t>IF(AND(B28&gt;=6,B28&lt;=11),"Morning",</a:t>
            </a:r>
          </a:p>
          <a:p>
            <a:pPr marL="0" indent="0">
              <a:buNone/>
            </a:pPr>
            <a:r>
              <a:rPr lang="en-US" dirty="0"/>
              <a:t>IF(AND(B28&gt;=12,B28&lt;=17),"Afternoon",</a:t>
            </a:r>
          </a:p>
          <a:p>
            <a:pPr marL="0" indent="0">
              <a:buNone/>
            </a:pPr>
            <a:r>
              <a:rPr lang="en-US" dirty="0"/>
              <a:t>IF(AND(B28&gt;=18,B28&lt;=23),"</a:t>
            </a:r>
            <a:r>
              <a:rPr lang="en-US" dirty="0" err="1"/>
              <a:t>Evening","Night</a:t>
            </a:r>
            <a:r>
              <a:rPr lang="en-US" dirty="0"/>
              <a:t>"))))</a:t>
            </a:r>
          </a:p>
          <a:p>
            <a:r>
              <a:rPr lang="en-US" dirty="0"/>
              <a:t>For weather type on the basis of weather sit = =IF(D2=1,"Clear",</a:t>
            </a:r>
          </a:p>
          <a:p>
            <a:r>
              <a:rPr lang="en-US" dirty="0"/>
              <a:t>IF(D2=2,"Mist/Cloudy",</a:t>
            </a:r>
          </a:p>
          <a:p>
            <a:r>
              <a:rPr lang="en-US" dirty="0"/>
              <a:t>IF(D2=3,"Light Snow/Rain",</a:t>
            </a:r>
          </a:p>
          <a:p>
            <a:r>
              <a:rPr lang="en-US" dirty="0"/>
              <a:t>IF(D2=4,"Heavy </a:t>
            </a:r>
            <a:r>
              <a:rPr lang="en-US" dirty="0" err="1"/>
              <a:t>Rain","Unknown</a:t>
            </a:r>
            <a:r>
              <a:rPr lang="en-US" dirty="0"/>
              <a:t>"))))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64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4337-C0C6-012B-F787-48B6EE31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597090"/>
          </a:xfrm>
        </p:spPr>
        <p:txBody>
          <a:bodyPr>
            <a:normAutofit fontScale="90000"/>
          </a:bodyPr>
          <a:lstStyle/>
          <a:p>
            <a:r>
              <a:rPr lang="en-US" dirty="0"/>
              <a:t>Pivot table and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B54A-5932-94B2-0C7A-AA6A05E07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845" y="128516"/>
            <a:ext cx="10018713" cy="3124201"/>
          </a:xfrm>
        </p:spPr>
        <p:txBody>
          <a:bodyPr/>
          <a:lstStyle/>
          <a:p>
            <a:r>
              <a:rPr lang="en-US" dirty="0"/>
              <a:t>Casual vs Registered Rentals on the basis of time hour, weather and weekdays 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E5C48-8A09-2B12-32F3-383EA24A7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6587"/>
            <a:ext cx="12192000" cy="37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9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E048-4715-921D-8640-38A68893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Rentals by Weather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1606DB-C17A-C885-8387-3E992AEF9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45" y="2306471"/>
            <a:ext cx="11245280" cy="3865729"/>
          </a:xfrm>
        </p:spPr>
      </p:pic>
    </p:spTree>
    <p:extLst>
      <p:ext uri="{BB962C8B-B14F-4D97-AF65-F5344CB8AC3E}">
        <p14:creationId xmlns:p14="http://schemas.microsoft.com/office/powerpoint/2010/main" val="369196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1E7D-A634-3818-A56F-7D108EE1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Rentals by hour group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188B8-0915-2ACA-CD76-732DEB1B0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66" y="2245803"/>
            <a:ext cx="10144436" cy="4100406"/>
          </a:xfrm>
        </p:spPr>
      </p:pic>
    </p:spTree>
    <p:extLst>
      <p:ext uri="{BB962C8B-B14F-4D97-AF65-F5344CB8AC3E}">
        <p14:creationId xmlns:p14="http://schemas.microsoft.com/office/powerpoint/2010/main" val="351680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6C5D-71A5-FA18-F134-67748593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55812"/>
            <a:ext cx="10018713" cy="910988"/>
          </a:xfrm>
        </p:spPr>
        <p:txBody>
          <a:bodyPr/>
          <a:lstStyle/>
          <a:p>
            <a:r>
              <a:rPr lang="en-US" dirty="0"/>
              <a:t>Key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893EA-0BEC-E3CC-4849-632833FD6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19" y="1296537"/>
            <a:ext cx="10018712" cy="4080681"/>
          </a:xfrm>
        </p:spPr>
      </p:pic>
    </p:spTree>
    <p:extLst>
      <p:ext uri="{BB962C8B-B14F-4D97-AF65-F5344CB8AC3E}">
        <p14:creationId xmlns:p14="http://schemas.microsoft.com/office/powerpoint/2010/main" val="2979978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7DF9-3FC6-4B2F-8C85-C6650F54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606177-DD06-0369-BCB5-3A26A0FE1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2" y="2169994"/>
            <a:ext cx="10525717" cy="3493827"/>
          </a:xfrm>
        </p:spPr>
      </p:pic>
    </p:spTree>
    <p:extLst>
      <p:ext uri="{BB962C8B-B14F-4D97-AF65-F5344CB8AC3E}">
        <p14:creationId xmlns:p14="http://schemas.microsoft.com/office/powerpoint/2010/main" val="1782350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5C18-2107-5A4C-D673-21E1C78C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54082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  You</a:t>
            </a:r>
          </a:p>
        </p:txBody>
      </p:sp>
    </p:spTree>
    <p:extLst>
      <p:ext uri="{BB962C8B-B14F-4D97-AF65-F5344CB8AC3E}">
        <p14:creationId xmlns:p14="http://schemas.microsoft.com/office/powerpoint/2010/main" val="3794057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117</TotalTime>
  <Words>286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    WELCOME</vt:lpstr>
      <vt:lpstr>NEXT HIKE SOLUTIONS</vt:lpstr>
      <vt:lpstr>Objectives</vt:lpstr>
      <vt:lpstr>Data Cleaning &amp; Preparation</vt:lpstr>
      <vt:lpstr>Added new column</vt:lpstr>
      <vt:lpstr>Pivot table and Charts</vt:lpstr>
      <vt:lpstr>Rentals by Weather type</vt:lpstr>
      <vt:lpstr>Rentals by hour group</vt:lpstr>
      <vt:lpstr>Key Insights</vt:lpstr>
      <vt:lpstr>Conclusions</vt:lpstr>
      <vt:lpstr>Thank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singh</dc:creator>
  <cp:lastModifiedBy>shweta singh</cp:lastModifiedBy>
  <cp:revision>8</cp:revision>
  <dcterms:created xsi:type="dcterms:W3CDTF">2025-10-23T11:43:21Z</dcterms:created>
  <dcterms:modified xsi:type="dcterms:W3CDTF">2025-10-23T15:24:12Z</dcterms:modified>
</cp:coreProperties>
</file>