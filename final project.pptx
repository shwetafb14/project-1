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68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90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91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196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92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107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19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734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82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0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94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689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01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08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202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098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0198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6778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018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45F514D-9196-45B6-B135-827F97B9787E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F8F4873-14BC-4A33-903D-E023C8D44E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26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E9390-4A5A-75BB-4F6A-E57DB0DE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WELCOME</a:t>
            </a:r>
          </a:p>
        </p:txBody>
      </p:sp>
    </p:spTree>
    <p:extLst>
      <p:ext uri="{BB962C8B-B14F-4D97-AF65-F5344CB8AC3E}">
        <p14:creationId xmlns:p14="http://schemas.microsoft.com/office/powerpoint/2010/main" val="2776939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76711-EF03-DDEB-5FD7-D148B4F6EF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0102" y="487908"/>
            <a:ext cx="9144000" cy="1218062"/>
          </a:xfrm>
        </p:spPr>
        <p:txBody>
          <a:bodyPr/>
          <a:lstStyle/>
          <a:p>
            <a:r>
              <a:rPr lang="en-US" dirty="0">
                <a:highlight>
                  <a:srgbClr val="C0C0C0"/>
                </a:highlight>
              </a:rPr>
              <a:t>NEXT HIKE SOLUTIONS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A58A0-84EC-B521-4880-678E4CE6B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0102" y="2364475"/>
            <a:ext cx="9144000" cy="3005919"/>
          </a:xfrm>
        </p:spPr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sz="3200" i="1" dirty="0"/>
              <a:t>Bike Rental data analysis</a:t>
            </a:r>
          </a:p>
          <a:p>
            <a:r>
              <a:rPr lang="en-US" sz="2400" i="1" dirty="0"/>
              <a:t>Understanding the effect of weather and time on bike usage</a:t>
            </a:r>
            <a:br>
              <a:rPr lang="en-US" sz="2400" dirty="0"/>
            </a:br>
            <a:endParaRPr lang="en-US" sz="2400" dirty="0"/>
          </a:p>
          <a:p>
            <a:endParaRPr lang="en-US" i="1" dirty="0"/>
          </a:p>
          <a:p>
            <a:r>
              <a:rPr lang="en-US" sz="3200" i="1" dirty="0"/>
              <a:t>By- Shweta Singh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320644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1C68-EDF1-BF77-BEC0-704E0CE4C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98084-B45E-EC47-88B3-377AC8139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Goal: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analyze how factors like  weather  and time affect bike rentals.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find trends that can help improve bike-sharing operations and marketing.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01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82A4A-55A0-A27E-B701-30B294F5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 &amp;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3BC18-456A-0245-CFEC-59232EAEF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140" y="2242782"/>
            <a:ext cx="10018713" cy="2235960"/>
          </a:xfrm>
        </p:spPr>
        <p:txBody>
          <a:bodyPr>
            <a:normAutofit fontScale="47500" lnSpcReduction="20000"/>
          </a:bodyPr>
          <a:lstStyle/>
          <a:p>
            <a:r>
              <a:rPr lang="en-US" sz="3800" dirty="0"/>
              <a:t>Removed missing values and duplicates</a:t>
            </a:r>
          </a:p>
          <a:p>
            <a:r>
              <a:rPr lang="en-US" sz="3800" dirty="0"/>
              <a:t>I have removed it using </a:t>
            </a:r>
            <a:r>
              <a:rPr lang="en-US" sz="3800" b="1" dirty="0"/>
              <a:t>Data</a:t>
            </a:r>
            <a:r>
              <a:rPr lang="en-US" sz="3800" dirty="0"/>
              <a:t> tab → click </a:t>
            </a:r>
            <a:r>
              <a:rPr lang="en-US" sz="3800" b="1" dirty="0"/>
              <a:t>Filter</a:t>
            </a:r>
            <a:r>
              <a:rPr lang="en-US" sz="3800" dirty="0"/>
              <a:t>. Then I have unchecked everything and selected only blank option. Missing values were only in </a:t>
            </a:r>
            <a:r>
              <a:rPr lang="en-US" sz="3800" dirty="0" err="1"/>
              <a:t>atemp</a:t>
            </a:r>
            <a:r>
              <a:rPr lang="en-US" sz="3800" dirty="0"/>
              <a:t> </a:t>
            </a:r>
            <a:r>
              <a:rPr lang="en-US" sz="3800" dirty="0" err="1"/>
              <a:t>coulumn</a:t>
            </a:r>
            <a:r>
              <a:rPr lang="en-US" sz="3800" dirty="0"/>
              <a:t> in dataset 2.</a:t>
            </a:r>
          </a:p>
          <a:p>
            <a:r>
              <a:rPr lang="en-US" sz="3800" dirty="0"/>
              <a:t>Then I have removed Filter. </a:t>
            </a:r>
          </a:p>
          <a:p>
            <a:r>
              <a:rPr lang="en-US" sz="3800" dirty="0"/>
              <a:t>Merged datasets on common key like date, hour</a:t>
            </a:r>
          </a:p>
          <a:p>
            <a:pPr marL="0" indent="0">
              <a:buNone/>
            </a:pPr>
            <a:r>
              <a:rPr lang="en-US" sz="3800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table&#10;&#10;AI-generated content may be incorrect.">
            <a:extLst>
              <a:ext uri="{FF2B5EF4-FFF2-40B4-BE49-F238E27FC236}">
                <a16:creationId xmlns:a16="http://schemas.microsoft.com/office/drawing/2014/main" id="{6E64D6CD-3CA2-1D69-B890-61B956BC4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9438" y="4283125"/>
            <a:ext cx="4033586" cy="198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545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070ED-A613-7CC8-DB39-824DBE80C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new column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622C-52DD-B37F-C835-3CD9DDE1E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Added new column – Hour group, Weather type</a:t>
            </a:r>
          </a:p>
          <a:p>
            <a:r>
              <a:rPr lang="en-US" dirty="0"/>
              <a:t>Hour group are categorized on the basis of </a:t>
            </a:r>
            <a:r>
              <a:rPr lang="en-US" dirty="0" err="1"/>
              <a:t>hr</a:t>
            </a:r>
            <a:r>
              <a:rPr lang="en-US" dirty="0"/>
              <a:t> column – 0-5 (	Night) , 6-11(morning) , 12-17 (afternoon) , 18-23 (evening). </a:t>
            </a:r>
          </a:p>
          <a:p>
            <a:r>
              <a:rPr lang="en-US" dirty="0"/>
              <a:t>Formula = My hour column is in B=IF(B28="","",</a:t>
            </a:r>
          </a:p>
          <a:p>
            <a:pPr marL="0" indent="0">
              <a:buNone/>
            </a:pPr>
            <a:r>
              <a:rPr lang="en-US" dirty="0"/>
              <a:t>IF(AND(B28&gt;=6,B28&lt;=11),"Morning",</a:t>
            </a:r>
          </a:p>
          <a:p>
            <a:pPr marL="0" indent="0">
              <a:buNone/>
            </a:pPr>
            <a:r>
              <a:rPr lang="en-US" dirty="0"/>
              <a:t>IF(AND(B28&gt;=12,B28&lt;=17),"Afternoon",</a:t>
            </a:r>
          </a:p>
          <a:p>
            <a:pPr marL="0" indent="0">
              <a:buNone/>
            </a:pPr>
            <a:r>
              <a:rPr lang="en-US" dirty="0"/>
              <a:t>IF(AND(B28&gt;=18,B28&lt;=23),"</a:t>
            </a:r>
            <a:r>
              <a:rPr lang="en-US" dirty="0" err="1"/>
              <a:t>Evening","Night</a:t>
            </a:r>
            <a:r>
              <a:rPr lang="en-US" dirty="0"/>
              <a:t>"))))</a:t>
            </a:r>
          </a:p>
          <a:p>
            <a:r>
              <a:rPr lang="en-US" dirty="0"/>
              <a:t>For weather type on the basis of weather sit = =IF(D2=1,"Clear",</a:t>
            </a:r>
          </a:p>
          <a:p>
            <a:r>
              <a:rPr lang="en-US" dirty="0"/>
              <a:t>IF(D2=2,"Mist/Cloudy",</a:t>
            </a:r>
          </a:p>
          <a:p>
            <a:r>
              <a:rPr lang="en-US" dirty="0"/>
              <a:t>IF(D2=3,"Light Snow/Rain",</a:t>
            </a:r>
          </a:p>
          <a:p>
            <a:r>
              <a:rPr lang="en-US" dirty="0"/>
              <a:t>IF(D2=4,"Heavy </a:t>
            </a:r>
            <a:r>
              <a:rPr lang="en-US" dirty="0" err="1"/>
              <a:t>Rain","Unknown</a:t>
            </a:r>
            <a:r>
              <a:rPr lang="en-US" dirty="0"/>
              <a:t>"))))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642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74337-C0C6-012B-F787-48B6EE31F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597090"/>
          </a:xfrm>
        </p:spPr>
        <p:txBody>
          <a:bodyPr>
            <a:normAutofit fontScale="90000"/>
          </a:bodyPr>
          <a:lstStyle/>
          <a:p>
            <a:r>
              <a:rPr lang="en-US" dirty="0"/>
              <a:t>Pivot table and 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BB54A-5932-94B2-0C7A-AA6A05E07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845" y="128516"/>
            <a:ext cx="10018713" cy="3124201"/>
          </a:xfrm>
        </p:spPr>
        <p:txBody>
          <a:bodyPr/>
          <a:lstStyle/>
          <a:p>
            <a:r>
              <a:rPr lang="en-US" dirty="0"/>
              <a:t>Casual vs Registered Rentals on the basis of time hour, weather and weekdays  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7E5C48-8A09-2B12-32F3-383EA24A7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6587"/>
            <a:ext cx="12192000" cy="375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591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E048-4715-921D-8640-38A68893D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Rentals by Weather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01606DB-C17A-C885-8387-3E992AEF92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45" y="2306471"/>
            <a:ext cx="11245280" cy="3865729"/>
          </a:xfrm>
        </p:spPr>
      </p:pic>
    </p:spTree>
    <p:extLst>
      <p:ext uri="{BB962C8B-B14F-4D97-AF65-F5344CB8AC3E}">
        <p14:creationId xmlns:p14="http://schemas.microsoft.com/office/powerpoint/2010/main" val="3691967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D1E7D-A634-3818-A56F-7D108EE12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Rentals by hour group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7188B8-0915-2ACA-CD76-732DEB1B00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866" y="2245803"/>
            <a:ext cx="10144436" cy="4100406"/>
          </a:xfrm>
        </p:spPr>
      </p:pic>
    </p:spTree>
    <p:extLst>
      <p:ext uri="{BB962C8B-B14F-4D97-AF65-F5344CB8AC3E}">
        <p14:creationId xmlns:p14="http://schemas.microsoft.com/office/powerpoint/2010/main" val="3516809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06C5D-71A5-FA18-F134-677485937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6643" y="155812"/>
            <a:ext cx="10018713" cy="910988"/>
          </a:xfrm>
        </p:spPr>
        <p:txBody>
          <a:bodyPr/>
          <a:lstStyle/>
          <a:p>
            <a:r>
              <a:rPr lang="en-US" dirty="0"/>
              <a:t>Key Insights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84893EA-0BEC-E3CC-4849-632833FD65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719" y="1296537"/>
            <a:ext cx="10018712" cy="4080681"/>
          </a:xfrm>
        </p:spPr>
      </p:pic>
    </p:spTree>
    <p:extLst>
      <p:ext uri="{BB962C8B-B14F-4D97-AF65-F5344CB8AC3E}">
        <p14:creationId xmlns:p14="http://schemas.microsoft.com/office/powerpoint/2010/main" val="297997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77DF9-3FC6-4B2F-8C85-C6650F540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606177-DD06-0369-BCB5-3A26A0FE1E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312" y="2169994"/>
            <a:ext cx="10525717" cy="3493827"/>
          </a:xfrm>
        </p:spPr>
      </p:pic>
    </p:spTree>
    <p:extLst>
      <p:ext uri="{BB962C8B-B14F-4D97-AF65-F5344CB8AC3E}">
        <p14:creationId xmlns:p14="http://schemas.microsoft.com/office/powerpoint/2010/main" val="178235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55C18-2107-5A4C-D673-21E1C78C4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5540829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Thank   You</a:t>
            </a:r>
          </a:p>
        </p:txBody>
      </p:sp>
    </p:spTree>
    <p:extLst>
      <p:ext uri="{BB962C8B-B14F-4D97-AF65-F5344CB8AC3E}">
        <p14:creationId xmlns:p14="http://schemas.microsoft.com/office/powerpoint/2010/main" val="37940577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114</TotalTime>
  <Words>286</Words>
  <Application>Microsoft Office PowerPoint</Application>
  <PresentationFormat>Widescreen</PresentationFormat>
  <Paragraphs>37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Corbel</vt:lpstr>
      <vt:lpstr>Parallax</vt:lpstr>
      <vt:lpstr>    WELCOME</vt:lpstr>
      <vt:lpstr>NEXT HIKE SOLUTIONS</vt:lpstr>
      <vt:lpstr>Objectives</vt:lpstr>
      <vt:lpstr>Data Cleaning &amp; Preparation</vt:lpstr>
      <vt:lpstr>Added new column</vt:lpstr>
      <vt:lpstr>Pivot table and Charts</vt:lpstr>
      <vt:lpstr>Rentals by Weather type</vt:lpstr>
      <vt:lpstr>Rentals by hour group</vt:lpstr>
      <vt:lpstr>Key Insights</vt:lpstr>
      <vt:lpstr>Conclusions</vt:lpstr>
      <vt:lpstr>Thank 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shweta singh</dc:creator>
  <cp:lastModifiedBy>shweta singh</cp:lastModifiedBy>
  <cp:revision>7</cp:revision>
  <dcterms:created xsi:type="dcterms:W3CDTF">2025-10-23T11:43:21Z</dcterms:created>
  <dcterms:modified xsi:type="dcterms:W3CDTF">2025-10-23T13:37:34Z</dcterms:modified>
</cp:coreProperties>
</file>